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1005840"/>
          </a:xfrm>
          <a:prstGeom prst="rect">
            <a:avLst/>
          </a:prstGeom>
          <a:solidFill>
            <a:srgbClr val="B591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만조Investment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제작 과정 회고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분석 아카이브 &amp; 뉴스레터 정적 사이트를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HTML/CSS/JS + GitHub + Vercel로 구축한 과정을 정리합니다.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  |  Claude Code + pptxgenjs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0" y="731520"/>
            <a:ext cx="164592" cy="2011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1280160"/>
            <a:ext cx="164592" cy="1371600"/>
          </a:xfrm>
          <a:prstGeom prst="rect">
            <a:avLst/>
          </a:prstGeom>
          <a:solidFill>
            <a:srgbClr val="2470B3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548640"/>
            <a:ext cx="164592" cy="2560320"/>
          </a:xfrm>
          <a:prstGeom prst="rect">
            <a:avLst/>
          </a:prstGeom>
          <a:solidFill>
            <a:srgbClr val="B5914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1005840"/>
            <a:ext cx="164592" cy="173736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0" y="822960"/>
            <a:ext cx="164592" cy="2194560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경제 차트 분석과 뉴스레터를 담는 개인 브랜드 사이트를 처음부터 직접 제작하고 인터넷에 배포하는 것이 목표였습니다.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웹사이트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도구 없이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HTML/CSS/JS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파일 구조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EBF0F9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차트 시스템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907792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라인·바·캔들 차트를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 없이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SVG로 생성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배포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907792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 →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자동 배포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빌드 없음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&amp; 파일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56616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72768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(순수, 프레임워크 없음)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568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72768" y="19568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직접 렌더링 (makeLineSVG / makeBarSVG / makeCandleSVG)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72768" y="2450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인라인 JS 배열 (외부 DB 없음)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443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2768" y="2944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(GitHub main 브랜치 연동, 자동 배포)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381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버전관리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72768" y="34381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(MANZO-droid/manzo-site)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로컬서버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http.server 3000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4114800" cy="356616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구조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index.html      ← 메인 페이지 (인라인 CSS+JS)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86537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article.html    ← 분석글 상세 페이지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2219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archive.html    ← 뉴스레터 아카이브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57860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🖼  author.jpg      ← 필자 프로필 사진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93522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api/            ← Vercel 서버리스 함수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2918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vercel.json     ← 배포 설정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64845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.claude/        ← Claude Code 설정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0050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.semiclass/     ← 강의 진행 기록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전략: Self-contained HTML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CSS, JS 데이터, 이미지를 모두 각 HTML 파일 안에 인라인으로 내장하는 방식을 채택했습니다.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69080" cy="3200400"/>
          </a:xfrm>
          <a:prstGeom prst="rect">
            <a:avLst/>
          </a:prstGeom>
          <a:solidFill>
            <a:srgbClr val="FEF0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문제 상황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9339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Code 미리보기가 file:// 프로토콜로 실행됨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58775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외부 style.css, data.js를 로드 불가 → 화면이 깨짐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18211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미설치 → npm 빌드 도구 사용 불가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77647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author.jpg 외부 파일 → 미리보기에서 표시 안 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069080" cy="3200400"/>
          </a:xfrm>
          <a:prstGeom prst="rect">
            <a:avLst/>
          </a:prstGeom>
          <a:solidFill>
            <a:srgbClr val="E8F4EE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5544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해결 방법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99339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→ 각 HTML 파일의 &lt;style&gt; 태그에 직접 복붙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83480" y="258775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ARTICLES, NEWSLETTERS 배열 → &lt;script&gt; 태그 인라인화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83480" y="318211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빌드 없이 Python http.server 3000으로 로컬 미리보기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377647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author.jpg → Base64 인코딩 후 data:image/jpeg;base64,... 로 내장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1: 메인 페이지 (index.html)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69080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11887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115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네비게이션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813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nav, '만조Investment' 브랜드 로고, 구독 CTA 버튼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069080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05840"/>
            <a:ext cx="502920" cy="1188720"/>
          </a:xfrm>
          <a:prstGeom prst="rect">
            <a:avLst/>
          </a:prstGeom>
          <a:solidFill>
            <a:srgbClr val="B5914C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115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히어로 섹션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4813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헤드라인 + 뉴스레터 구독 폼 (localStorage 저장)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069080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502920" cy="11887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441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아티클 그리드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8072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국내/해외/지표/거래대금 상위 카테고리 필터 + 카드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331720"/>
            <a:ext cx="4069080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331720"/>
            <a:ext cx="502920" cy="1188720"/>
          </a:xfrm>
          <a:prstGeom prst="rect">
            <a:avLst/>
          </a:prstGeom>
          <a:solidFill>
            <a:srgbClr val="B5914C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2441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 스코프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8072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파일 fetch로 거래대금 상위 종목 표시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4069080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57600"/>
            <a:ext cx="502920" cy="11887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3767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필자 소개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1330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사진(Base64 내장) + 자기소개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657600"/>
            <a:ext cx="4069080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657600"/>
            <a:ext cx="502920" cy="1188720"/>
          </a:xfrm>
          <a:prstGeom prst="rect">
            <a:avLst/>
          </a:prstGeom>
          <a:solidFill>
            <a:srgbClr val="B5914C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4960" y="3767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 &amp; 푸터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41330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 완료 상태 persist, 저작권·링크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2: SVG 차트 시스템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차트 라이브러리 없이, JavaScript로 SVG 코드를 문자열로 생성해 innerHTML에 삽입하는 방식입니다.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33756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651760" cy="5029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 차트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makeLineSVG()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금리·환율·지수 등 연속 데이터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 포인트, path로 선 그리기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그라디언트 fill 효과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639312"/>
            <a:ext cx="2377440" cy="749808"/>
          </a:xfrm>
          <a:prstGeom prst="rect">
            <a:avLst/>
          </a:prstGeom>
          <a:solidFill>
            <a:srgbClr val="EBF0F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657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아티클 1·2·4·5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51760" cy="333756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51760" cy="502920"/>
          </a:xfrm>
          <a:prstGeom prst="rect">
            <a:avLst/>
          </a:prstGeom>
          <a:solidFill>
            <a:srgbClr val="B5914C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 차트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9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makeBarSVG()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28600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CPI/PCE 등 비교 데이터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색상 나란히 배치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범례 자동 생성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29000" y="3639312"/>
            <a:ext cx="2377440" cy="749808"/>
          </a:xfrm>
          <a:prstGeom prst="rect">
            <a:avLst/>
          </a:prstGeom>
          <a:solidFill>
            <a:srgbClr val="F5EFE2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657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아티클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2651760" cy="333756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325880"/>
            <a:ext cx="265176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캔들 차트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makeCandleSVG()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28600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250일 OHLC 데이터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seededRNG()로 재현 가능한 시드 생성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60봉 / 상세 250봉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639312"/>
            <a:ext cx="2377440" cy="749808"/>
          </a:xfrm>
          <a:prstGeom prst="rect">
            <a:avLst/>
          </a:prstGeom>
          <a:solidFill>
            <a:srgbClr val="FCEAE8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657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사용: 아티클 6·7·8 (거래대금 상위)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3: 거래대금 상위 카테고리 &amp; 250일 캔들차트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카테고리 추가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버튼: "거래대금 상위" 추가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7007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 색상: 붉은 계열 (#FEF0F0 / #991B1B)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코스피 거래대금 1~3위 종목 전용 글 3개 추가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5054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SK하이닉스 (000660) — 2조 1,340억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삼성전자 (005930) — 1조 8,920억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POSCO홀딩스 (004360) — 1조 5,670억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8961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캔들차트 구현 로직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023360" cy="438912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258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9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seededRNG(seed)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10528" y="13258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합동 생성기로 재현 가능한 난수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438912"/>
          </a:xfrm>
          <a:prstGeom prst="rect">
            <a:avLst/>
          </a:prstGeom>
          <a:solidFill>
            <a:srgbClr val="25253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828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9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genOHLC(seed, price, 250)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0528" y="18288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+ vol로 250일 OHLC 배열 생성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304288"/>
            <a:ext cx="4023360" cy="438912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331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9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makeCandleSVG(ohlc, w, h)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0528" y="233172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rect(몸통) + line(꼬리) 렌더링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807208"/>
            <a:ext cx="4023360" cy="438912"/>
          </a:xfrm>
          <a:prstGeom prst="rect">
            <a:avLst/>
          </a:prstGeom>
          <a:solidFill>
            <a:srgbClr val="25253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834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9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카드뷰 → 최근 60봉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10528" y="283464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.slice(-60) 으로 최신 3개월만 표시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310128"/>
            <a:ext cx="4023360" cy="438912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337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9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상세뷰 → 전체 250봉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33375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1년치 일봉 차트 전체 표시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813048"/>
            <a:ext cx="4023360" cy="438912"/>
          </a:xfrm>
          <a:prstGeom prst="rect">
            <a:avLst/>
          </a:prstGeom>
          <a:solidFill>
            <a:srgbClr val="252538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840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9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상승=빨강 / 하락=파랑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10528" y="38404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증시 관례 적용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4: 분석글 당일 거래대금 1위 종목 섹션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분석글(1~5번) 본문 하단에 당일 코스피 거래대금 1위 종목의 인트라데이 차트와 브리핑이 자동으로 삽입됩니다.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81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데이터 구조 예시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38404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"1",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"미국 국채 10년물...",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category: "해외",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topStock: {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"SK하이닉스",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code: "000660",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price: 194500,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changePct: -1.62,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tradeAmount: "2조 1,340억",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intraday: [197700, 196500, ...],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briefing: "기관 대량 매도로..."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F7F5F0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813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 표시되는 내용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68112" y="19385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레이블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68112" y="2194560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"오늘의 거래대금 1위 종목" 표시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57860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68112" y="25968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 정보 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68112" y="2852928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종목명 · 코드 · 현재가 · 등락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323697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68112" y="32552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인트라데이 차트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68112" y="3511296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라인차트 (9:00~15:30)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389534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68112" y="39136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브리핑 텍스트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68112" y="4169664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수급·매수매도 배경 설명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파이프라인: GitHub &amp; Vercel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1554480" cy="2377440"/>
          </a:xfrm>
          <a:prstGeom prst="rect">
            <a:avLst/>
          </a:prstGeom>
          <a:solidFill>
            <a:srgbClr val="EBF0F9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43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719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수정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1480" y="21031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article.html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archive.html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74520" y="1965960"/>
            <a:ext cx="155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94A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29968" y="1005840"/>
            <a:ext cx="1554480" cy="2377440"/>
          </a:xfrm>
          <a:prstGeom prst="rect">
            <a:avLst/>
          </a:prstGeom>
          <a:solidFill>
            <a:srgbClr val="F5EFE2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143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29968" y="1719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&amp; commit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21408" y="21031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파일명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...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84448" y="1965960"/>
            <a:ext cx="155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94A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39896" y="1005840"/>
            <a:ext cx="1554480" cy="2377440"/>
          </a:xfrm>
          <a:prstGeom prst="rect">
            <a:avLst/>
          </a:prstGeom>
          <a:solidFill>
            <a:srgbClr val="EBF0F9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1143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⬆️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39896" y="1719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31336" y="21031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main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원격 저장소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94376" y="1965960"/>
            <a:ext cx="155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94A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49824" y="1005840"/>
            <a:ext cx="1554480" cy="2377440"/>
          </a:xfrm>
          <a:prstGeom prst="rect">
            <a:avLst/>
          </a:prstGeom>
          <a:solidFill>
            <a:srgbClr val="F5EFE2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143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49824" y="1719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감지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41264" y="21031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브랜치 push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감지 &amp; 빌드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04304" y="1965960"/>
            <a:ext cx="155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94A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59752" y="1005840"/>
            <a:ext cx="1554480" cy="2377440"/>
          </a:xfrm>
          <a:prstGeom prst="rect">
            <a:avLst/>
          </a:prstGeom>
          <a:solidFill>
            <a:srgbClr val="E8F4EE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9752" y="1143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159752" y="1719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배포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251192" y="21031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manzo-site.vercel.app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수분 내 자동 반영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6758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커밋 규칙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02336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생성·수정·삭제한 모든 작업 후 반드시 git commit 생성 → 변경 이력을 Git으로 추적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메시지 형식: feat: ... / fix: ... / data: ...  (한글 설명)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교훈 &amp; 다음에 참고할 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69080" cy="1828800"/>
          </a:xfrm>
          <a:prstGeom prst="rect">
            <a:avLst/>
          </a:prstGeom>
          <a:solidFill>
            <a:srgbClr val="252540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502920" cy="18288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2704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0698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HTML이 답이다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1472184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없는 환경, file:// 미리보기 환경에서는 외부 파일 의존성을 없애야 합니다.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CSS, JS, 이미지(Base64)를 모두 HTML 안에 인라인으로 내장하면 환경에 무관하게 동작합니다.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069080" cy="1828800"/>
          </a:xfrm>
          <a:prstGeom prst="rect">
            <a:avLst/>
          </a:prstGeom>
          <a:solidFill>
            <a:srgbClr val="252540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960120"/>
            <a:ext cx="502920" cy="1828800"/>
          </a:xfrm>
          <a:prstGeom prst="rect">
            <a:avLst/>
          </a:prstGeom>
          <a:solidFill>
            <a:srgbClr val="B5914C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52704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4960" y="10698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시드 기반 데이터 생성으로 일관성 확보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94960" y="1472184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다른 난수 대신 seededRNG(seed)를 쓰면 새로고침해도 동일한 차트가 재현됩니다.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데이터를 API로 받아오기 전, 목업 단계에서 매우 유용한 패턴입니다.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69080" cy="1828800"/>
          </a:xfrm>
          <a:prstGeom prst="rect">
            <a:avLst/>
          </a:prstGeom>
          <a:solidFill>
            <a:srgbClr val="252540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502920" cy="18288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9300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0358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= git push (빌드 없음)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438144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GitHub 연동 이후에는 git push만 하면 배포가 완료됩니다.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스텝이 없는 순수 정적 사이트이기 때문에 배포 속도가 매우 빠릅니다.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4069080" cy="1828800"/>
          </a:xfrm>
          <a:prstGeom prst="rect">
            <a:avLst/>
          </a:prstGeom>
          <a:solidFill>
            <a:srgbClr val="252540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926080"/>
            <a:ext cx="502920" cy="1828800"/>
          </a:xfrm>
          <a:prstGeom prst="rect">
            <a:avLst/>
          </a:prstGeom>
          <a:solidFill>
            <a:srgbClr val="B5914C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49300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0358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클래스명에 공백 주의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94960" y="3438144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"거래대금 상위" 같이 공백이 포함된 값을 CSS 클래스에 사용할 때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.replace(/\s+/g, '-')로 치환해야 합니다. 공백 그대로 쓰면 클래스가 두 개로 분리됩니다.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2026-07-12T01:13:50Z</dcterms:created>
  <dcterms:modified xsi:type="dcterms:W3CDTF">2026-07-12T01:13:50Z</dcterms:modified>
</cp:coreProperties>
</file>