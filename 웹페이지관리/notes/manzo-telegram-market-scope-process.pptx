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제작 과정 기록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텔레그램 모니터링 →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마켓 스코프 자동화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→ AI 추출 → 자동 배포까지, 전 과정을 기록합니다.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786384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만조Investment  ·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365760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36576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406908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40690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448056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4480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489204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4892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만들었나?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 과부하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13개 텔레그램 채널의 수백 개 메시지를 매일 직접 읽기 어려움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포착 필요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81635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종목이 오늘 여러 채널에서 동시에 언급되는지 빠르게 파악하고 싶음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웹에서 바로 확인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81635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만조Investment 사이트에 매일 자동 업데이트되는 랭킹 섹션 필요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605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AI가 자동으로 종목·이슈를 추출하고, 매일 랭킹을 만들어 웹사이트에 자동 게시하는 시스템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시스템 구조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1463040" cy="1005840"/>
          </a:xfrm>
          <a:prstGeom prst="rect">
            <a:avLst/>
          </a:prstGeom>
          <a:solidFill>
            <a:srgbClr val="7AA6D4"/>
          </a:solidFill>
          <a:ln w="12700">
            <a:solidFill>
              <a:srgbClr val="7AA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544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텔레그램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(13개)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2057400"/>
            <a:ext cx="256032" cy="0"/>
          </a:xfrm>
          <a:prstGeom prst="line">
            <a:avLst/>
          </a:prstGeom>
          <a:noFill/>
          <a:ln w="12700">
            <a:solidFill>
              <a:srgbClr val="1C1C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93392" y="1554480"/>
            <a:ext cx="146304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5544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collector.py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2057400"/>
            <a:ext cx="256032" cy="0"/>
          </a:xfrm>
          <a:prstGeom prst="line">
            <a:avLst/>
          </a:prstGeom>
          <a:noFill/>
          <a:ln w="12700">
            <a:solidFill>
              <a:srgbClr val="1C1C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12464" y="1554480"/>
            <a:ext cx="1463040" cy="1005840"/>
          </a:xfrm>
          <a:prstGeom prst="rect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5544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75504" y="2057400"/>
            <a:ext cx="256032" cy="0"/>
          </a:xfrm>
          <a:prstGeom prst="line">
            <a:avLst/>
          </a:prstGeom>
          <a:noFill/>
          <a:ln w="12700">
            <a:solidFill>
              <a:srgbClr val="1C1C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31536" y="1554480"/>
            <a:ext cx="146304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15544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집계·리포트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94576" y="2057400"/>
            <a:ext cx="256032" cy="0"/>
          </a:xfrm>
          <a:prstGeom prst="line">
            <a:avLst/>
          </a:prstGeom>
          <a:noFill/>
          <a:ln w="12700">
            <a:solidFill>
              <a:srgbClr val="1C1C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1554480"/>
            <a:ext cx="1463040" cy="10058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15544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웹사이트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배포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6700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Telethon SDK로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계정으로 직접 수집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93392" y="26700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 저장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12464" y="26700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qwen2.5:7b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무료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31536" y="26700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= 채널수×2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언급수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0608" y="26700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자동 배포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  SQLite  (monitor.db)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950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 ·  raw_messages  ·  extracted_entities  ·  daily_summary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56616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 market-scope-data.json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950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·  history[]  →  index.html이 fetch()로 읽음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82880" y="2377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텔레그램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메시지 수집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" y="3520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31920" y="521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13개 채널 모니터링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8412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channels.txt에 채널명/초대링크/숫자ID 목록 관리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527048"/>
            <a:ext cx="53492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6184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시간 범위 자동 계산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19385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월요일: 금 05:00 ~ 월 04:59  /  화~금: 전날 05:00 ~ 당일 04:59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2624328"/>
            <a:ext cx="53492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27157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 설계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0358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전화번호·인증코드는 실행 시 터미널에서 직접 입력, 세션 파일로 재로그인 불필요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3721608"/>
            <a:ext cx="53492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🗃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31920" y="3813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저장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41330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채널명, 메시지 원문, 날짜, 링크를 raw_messages 테이블에 저장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82880" y="2377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엔티티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" y="3520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5486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 ·  qwen2.5:7b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29000" y="1051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실행 · 완전 무료 · 인터넷 불필요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444752"/>
            <a:ext cx="53492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7276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추출 결과 예시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011680" cy="384048"/>
          </a:xfrm>
          <a:prstGeom prst="rect">
            <a:avLst/>
          </a:prstGeom>
          <a:solidFill>
            <a:srgbClr val="FDF4E7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65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"삼전"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9659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2E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1965960"/>
            <a:ext cx="2011680" cy="384048"/>
          </a:xfrm>
          <a:prstGeom prst="rect">
            <a:avLst/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965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"삼성전자"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73568" y="2020824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202082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624328"/>
            <a:ext cx="2011680" cy="384048"/>
          </a:xfrm>
          <a:prstGeom prst="rect">
            <a:avLst/>
          </a:prstGeom>
          <a:solidFill>
            <a:srgbClr val="FDF4E7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624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"하닉"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62432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2E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97880" y="2624328"/>
            <a:ext cx="2011680" cy="384048"/>
          </a:xfrm>
          <a:prstGeom prst="rect">
            <a:avLst/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624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"SK하이닉스"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73568" y="2679192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267919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3282696"/>
            <a:ext cx="2011680" cy="384048"/>
          </a:xfrm>
          <a:prstGeom prst="rect">
            <a:avLst/>
          </a:prstGeom>
          <a:solidFill>
            <a:srgbClr val="FDF4E7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826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"마이크RON"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28269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2E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97880" y="3282696"/>
            <a:ext cx="2011680" cy="384048"/>
          </a:xfrm>
          <a:prstGeom prst="rect">
            <a:avLst/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2826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"마이크론"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73568" y="3337560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33375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941064"/>
            <a:ext cx="2011680" cy="384048"/>
          </a:xfrm>
          <a:prstGeom prst="rect">
            <a:avLst/>
          </a:prstGeom>
          <a:solidFill>
            <a:srgbClr val="FDF4E7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941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"금리인상 우려"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94106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2E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97880" y="3941064"/>
            <a:ext cx="2011680" cy="384048"/>
          </a:xfrm>
          <a:prstGeom prst="rect">
            <a:avLst/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941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"금리 인상"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73568" y="3995928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5A5A72"/>
          </a:solidFill>
          <a:ln w="12700">
            <a:solidFill>
              <a:srgbClr val="5A5A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39959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29000" y="4572000"/>
            <a:ext cx="5349240" cy="42976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4572000"/>
            <a:ext cx="5212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공식:   score = 채널 수 × 2  +  언급 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&amp;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집계 → 리포트 → 배포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560320" cy="5029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aggregator.py  |  집계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75688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날짜별 언급 수 / 채널 수 계산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점수 순 정렬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455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daily_summary 테이블 저장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984248"/>
            <a:ext cx="274320" cy="0"/>
          </a:xfrm>
          <a:prstGeom prst="line">
            <a:avLst/>
          </a:prstGeom>
          <a:noFill/>
          <a:ln w="12700">
            <a:solidFill>
              <a:srgbClr val="1C1C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2560320" cy="502920"/>
          </a:xfrm>
          <a:prstGeom prst="rect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reporter.py  |  리포트 생성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075688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21945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TOP 15 마크다운 파일 생성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6700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market-scope-data.json 출력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1455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히스토리 누적 (current + history[])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984248"/>
            <a:ext cx="274320" cy="0"/>
          </a:xfrm>
          <a:prstGeom prst="line">
            <a:avLst/>
          </a:prstGeom>
          <a:noFill/>
          <a:ln w="12700">
            <a:solidFill>
              <a:srgbClr val="1C1C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1554480"/>
            <a:ext cx="2560320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 |  자동 배포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075688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21945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웹사이트 폴더에 JSON 복사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6700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 commit &amp; push 자동 실행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1455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Vercel이 감지 → 즉시 재배포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reports/2026-06-26.md  →  🌐  만조Investment 사이트  →  10분마다 자동 갱신 폴링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407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리포트는 history[] 배열에 자동 누적 — 날짜별 TOP 10 칩으로 표시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마켓 스코프 섹션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1527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랭킹 테이블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8196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종목명·언급 수·채널 수·점수·바 차트를 한눈에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44348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2395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10분 자동 갱신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6883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페이지를 새로고침하지 않아도 새 데이터 감지 시 자동 업데이트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72968"/>
            <a:ext cx="44348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3264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히스토리 누적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5570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리포트가 날짜별로 아래 쌓임, 수동 조작 불필요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44348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4133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반응형 디자인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4256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만조Investment 사이트 스타일(색상·폰트·레이아웃) 완전 통일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150876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40680" y="2084832"/>
            <a:ext cx="14173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0848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31152" y="20848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정적 사이트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2596896"/>
            <a:ext cx="14173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25968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폴링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31152" y="25968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간격 JSON 체크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3108960"/>
            <a:ext cx="14173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1152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자동 배포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3621024"/>
            <a:ext cx="14173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36210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market-scope-data.json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31152" y="36210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history 구조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4133088"/>
            <a:ext cx="14173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41330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네비게이션 링크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31152" y="4133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 스코프 메뉴 추가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문제 &amp; 해결 과정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6459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 Anthropic API 비용 문제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764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Gemini 무료 → Korea IP 차단 → Ollama 로컬 모델로 전환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563624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56362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비용 0원 달성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39696"/>
            <a:ext cx="83210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212848"/>
            <a:ext cx="16459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12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 Telethon 로그인 불가 (EOFError)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468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Claude Bash에서는 대화형 입력 불가 → 사용자가 직접 PowerShell에서 실행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267712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6771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세션 파일 저장 후 재실행 시 자동 인증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843784"/>
            <a:ext cx="83210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16936"/>
            <a:ext cx="16459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169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 cp949 인코딩 오류 (Windows)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172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모든 src/*.py 상단에 sys.stdout.reconfigure(encoding='utf-8') 추가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9718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이모지·한글 정상 출력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47872"/>
            <a:ext cx="83210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621024"/>
            <a:ext cx="16459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21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 AI 정규화 오류 (마이크RON)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38770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extractor.py 프롬프트에 대소문자·외국어 정규화 규칙 명시 강화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75888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6758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동일 종목 중복 집계 방지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251960"/>
            <a:ext cx="8321040" cy="0"/>
          </a:xfrm>
          <a:prstGeom prst="line">
            <a:avLst/>
          </a:prstGeom>
          <a:noFill/>
          <a:ln w="12700">
            <a:solidFill>
              <a:srgbClr val="E5E0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325112"/>
            <a:ext cx="16459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325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 날짜 범위 불일치 (수동 재실행)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45811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run_for_range.py 신규 제작 — 시작일/종료일 파라미터로 과거 데이터 재수집 가능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379976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8F4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3799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언제든 특정 날짜 데이터 복구 가능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매일 운영하는 방법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3931920" cy="384048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63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실행 (화~금, 월요일)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65376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93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ollama serve  (다른 PowerShell 창)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E:  →  cd 프로젝트 폴더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python src/run_daily.py  실행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완료 메시지 확인 후 종료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3931920" cy="384048"/>
          </a:xfrm>
          <a:prstGeom prst="rect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63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날짜 재수집 (run_for_range.py)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865376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1C1C2E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99339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src/run_for_range.py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2026-06-25 2026-06-26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81635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시작일 / 종료일을 인자로 지정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과거 데이터도 히스토리에 추가됨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 push 후 Vercel 자동 재배포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86200"/>
            <a:ext cx="832104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88920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86200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생성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4114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배포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9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완성된 것들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20240" cy="1371600"/>
          </a:xfrm>
          <a:prstGeom prst="rect">
            <a:avLst/>
          </a:prstGeom>
          <a:solidFill>
            <a:srgbClr val="2A2E4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자동 모니터링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1920240" cy="1371600"/>
          </a:xfrm>
          <a:prstGeom prst="rect">
            <a:avLst/>
          </a:prstGeom>
          <a:solidFill>
            <a:srgbClr val="2A2E4A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9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자동 랭킹 생성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1920240" cy="1371600"/>
          </a:xfrm>
          <a:prstGeom prst="rect">
            <a:avLst/>
          </a:prstGeom>
          <a:solidFill>
            <a:srgbClr val="2A2E4A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비용 (Ollama 로컬)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645920"/>
            <a:ext cx="1920240" cy="1371600"/>
          </a:xfrm>
          <a:prstGeom prst="rect">
            <a:avLst/>
          </a:prstGeom>
          <a:solidFill>
            <a:srgbClr val="2A2E4A"/>
          </a:solidFill>
          <a:ln w="12700">
            <a:solidFill>
              <a:srgbClr val="7AA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7512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push로 자동 배포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9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다음에 해볼 것들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201168" cy="201168"/>
          </a:xfrm>
          <a:prstGeom prst="ellipse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85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뉴스·증권사 리포트 소스 추가 → 더 넓은 시장 시각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201168" cy="201168"/>
          </a:xfrm>
          <a:prstGeom prst="ellipse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작업 스케줄러로 run_daily.py 완전 자동화 (매일 오전 자동 실행)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71416"/>
            <a:ext cx="201168" cy="201168"/>
          </a:xfrm>
          <a:prstGeom prst="ellipse">
            <a:avLst/>
          </a:prstGeom>
          <a:solidFill>
            <a:srgbClr val="B5914C"/>
          </a:solidFill>
          <a:ln w="12700">
            <a:solidFill>
              <a:srgbClr val="B591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53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개선 — 더 큰 모델 또는 파인튜닝으로 정규화 정확도 향상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2026-07-12T01:05:05Z</dcterms:created>
  <dcterms:modified xsi:type="dcterms:W3CDTF">2026-07-12T01:05:05Z</dcterms:modified>
</cp:coreProperties>
</file>