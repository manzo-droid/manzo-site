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CODE와 함께한 22일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만조 Investment 사이트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제작 여정 강의노트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기획부터 배포, 데이터 자동화까지 — Git · GitHub · Vercel · Supabase로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서비스를 만들어온 과정을 처음부터 복기합니다.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5715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커밋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22일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5715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 기간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6개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5715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도구/API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만조그룹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52704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용어부터 정리하기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03120" y="1920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Git·GitHub·Vercel·Supabase가 뭔지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7358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57860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10단계로 보는 제작 과정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0312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→ 배포 → 자동화까지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735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520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03120" y="363016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겪었던 문제와 해결 사례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0312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에러는 신호다 — 원인과 대처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735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572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468172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도구별 총정리 &amp; 보안 원칙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103120" y="5074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언제 왜 썼는지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6235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735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623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103120" y="573328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로드맵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103120" y="6126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진행 중인 완전 자동화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여정 한눈에 보기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커밋 로그를 기준으로 실제로 무슨 일이 있었는지 순서대로 되짚어봅니다.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755648" y="1737360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뼈대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구축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58768" y="1737360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06.23~29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마켓스코프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UI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61888" y="1737360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07.02~04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PWA·알림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도입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737360"/>
            <a:ext cx="237744" cy="237744"/>
          </a:xfrm>
          <a:prstGeom prst="ellipse">
            <a:avLst/>
          </a:prstGeom>
          <a:solidFill>
            <a:srgbClr val="F299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07.06~10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자동분석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다듬기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168128" y="1737360"/>
            <a:ext cx="237744" cy="237744"/>
          </a:xfrm>
          <a:prstGeom prst="ellipse">
            <a:avLst/>
          </a:prstGeom>
          <a:solidFill>
            <a:srgbClr val="F299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07.11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거래대금 고도화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(이번 세션)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114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85개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97280" y="4709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커밋 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1206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추가 · 데이터 갱신 · 버그 수정 전부 포함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114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6개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709160" y="4709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도구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51206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Git · GitHub · Vercel · Supabase · Gemini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9319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4114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3,300+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321040" y="4709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항목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51206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일자별 상승률·거래대금 종목 (stock-analysis-data.json)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시작 전에: 낯선 용어 6가지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발표에서 계속 나오는 도구 이름입니다. 한 문장씩만 알고 가면 뒤 내용이 훨씬 쉬워집니다.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8892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496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코드 변경 이력을 저장하는 '되돌리기 가능한 저장 장치'. 커밋 = 저장 시점 스냅샷.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87952" y="146304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8892C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645920"/>
            <a:ext cx="2496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16552" y="2240280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이력을 인터넷에 올려 팀·서비스와 공유하는 창고. Vercel이 여길 감시합니다.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27264" y="146304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8892C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55864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5586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50224" y="1645920"/>
            <a:ext cx="2496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55864" y="2240280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 코드가 올라오면 자동으로 인터넷에 올려주는 배포 서비스. '배포 = git push'.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8892C4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630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3611880"/>
            <a:ext cx="2496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206240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회원가입·로그인·표(DB)를 대신 관리해주는 온라인 데이터베이스 서비스.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87952" y="34290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8892C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16552" y="3630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416552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10912" y="3611880"/>
            <a:ext cx="2496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16552" y="4206240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서비스에 '이 데이터 좀 주세요' 하고 부탁하는 창구. 여기선 뉴스·주가·AI 분석에 사용.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27264" y="34290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8892C4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55864" y="3630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055864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50224" y="3611880"/>
            <a:ext cx="2496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5864" y="4206240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Claude에게 '이 프로젝트에서는 이렇게 일해줘'라고 미리 적어두는 규칙 메모장.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기획과 규칙 세우기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CLAUDE.md에 '이 프로젝트에서 어떻게 일할지'를 먼저 적어두고 시작했습니다.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 — Claude에게 남긴 작업 규칙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코드보다 먼저 정한 '협업 방식'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15568"/>
          </a:xfrm>
          <a:prstGeom prst="roundRect">
            <a:avLst>
              <a:gd name="adj" fmla="val 5738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19072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5087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쉬운 말로, 전문용어엔 뜻풀이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18745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DB→'표가 들어 있는 공책', API→'다른 서비스에 부탁하는 창구'처럼 초보자 눈높이에서 설명하도록 지정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1115568"/>
          </a:xfrm>
          <a:prstGeom prst="roundRect">
            <a:avLst>
              <a:gd name="adj" fmla="val 5738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99232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9923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7889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위험한 작업은 계획 먼저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57400" y="315468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DB·로그인·권한·배포처럼 여러 파일을 고치는 일은 계획을 먼저 보여주고 승인받은 뒤 진행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115568"/>
          </a:xfrm>
          <a:prstGeom prst="roundRect">
            <a:avLst>
              <a:gd name="adj" fmla="val 5738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79392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7939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40690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비밀값 노출 금지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057400" y="443484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키·서비스 키는 코드나 채팅에 남기지 않고, 공개돼도 되는 값(anon key)만 구분해 사용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정적 웹사이트 뼈대 만들기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도구 없이 HTML 파일 하나로 '눈에 보이는 결과물'을 가장 먼저 만들었습니다.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정적 웹사이트 뼈대 만들기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2026-06-20 · 빌드 도구 없이 HTML 파일 하나로 시작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709160"/>
          </a:xfrm>
          <a:prstGeom prst="roundRect">
            <a:avLst>
              <a:gd name="adj" fmla="val 1748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만들었나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하나에 히어로 영역 + 분석 글 카드 목록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종목별 250일 캔들차트를 SVG로 코드에서 직접 그림 (이미지 파일 없이)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필자 소개, 뉴스레터 구독 폼 등 기본 레이아웃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archive.html(지난 호), article.html(글 상세) 2개 페이지 추가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5623560" cy="4709160"/>
          </a:xfrm>
          <a:prstGeom prst="roundRect">
            <a:avLst>
              <a:gd name="adj" fmla="val 174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'빌드 도구 없는 HTML'로 시작했나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210312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package.json, npm install 같은 준비 과정 없이 브라우저로 바로 열어 확인 가능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React·Vue 같은 프레임워크 학습 없이도 '내가 만든 화면'을 즉시 눈으로 확인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나중에 파일이 커지면(현재 index.html 1,670줄) 리팩토링하면 되므로, 처음엔 빠른 확인이 더 중요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489204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27358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미리보기 명령어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5257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http.server 3000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Git으로 버전 관리 시작하기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바뀔 때마다 되돌릴 수 있는 저장 지점을 남기는 습관을 들였습니다.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Git으로 버전 관리 시작하기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바뀔 때마다 '스냅샷'을 남겨서 언제든 되돌릴 수 있게 만드는 습관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252728"/>
          </a:xfrm>
          <a:prstGeom prst="roundRect">
            <a:avLst>
              <a:gd name="adj" fmla="val 5109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7652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765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5087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커밋(commit)이란?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18745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'지금 이 상태로 저장!' 버튼. 메시지를 남겨 나중에 무슨 변경인지 한눈에 알 수 있습니다. 이 프로젝트는 'feat:', 'fix:', 'data:' 접두사로 종류를 구분했습니다.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1252728"/>
          </a:xfrm>
          <a:prstGeom prst="roundRect">
            <a:avLst>
              <a:gd name="adj" fmla="val 5109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204972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497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9260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프로젝트의 커밋 습관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57400" y="329184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status(뭐가 바뀌었나) → git diff(뭐가 다른가) → git add(저장할 것 고르기) → git commit(저장). 85개 커밋이 전부 이 순서로 쌓였습니다.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64240" cy="1252728"/>
          </a:xfrm>
          <a:prstGeom prst="roundRect">
            <a:avLst>
              <a:gd name="adj" fmla="val 5109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622292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62229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안전장치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43434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되돌릴 수 있다는 안도감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057400" y="470916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실수로 코드를 망가뜨려도 이전 커밋으로 돌아가면 됩니다. 그래서 '일단 시도해보고, 안되면 되돌리기'가 가능해집니다.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+ Vercel로 배포 자동화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'배포'라는 어려운 단어가 git push 한 줄로 끝나게 만들었습니다.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+ Vercel — '배포'를 자동화하다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프로젝트의 배포 = git push. 그 이상 아무것도 안 해도 됩니다.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컴퓨터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로컬에서 index.html 등 코드 수정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965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저장소(manzo-site)로 업로드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965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감지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5080" y="2377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연동으로 push를 자동 인식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965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배포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89720" y="2377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볼 수 있는 URL로 몇 초 내 반영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 폴더 = 자동 서버 기능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news.js / naver-news.js — 국내·해외 뉴스 헤드라인 프록시(CORS 우회)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notify-signup.js — 신규 가입 시 운영자에게 푸시 알림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cron-update-gainers.js / top-gainers.js — 상승률 데이터 자동 수집·조회 (진행 중)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Vercel은 api/ 안의 파일을 자동으로 '서버리스 함수'로 인식합니다 — 별도 서버를 띄울 필요가 없습니다.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기능 확장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마켓스코프, 로그인 UI, 뉴스 API까지 — 신문에서 서비스로.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기능 확장 (06.23 ~ 06.29)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사이트가 '신문'에서 '살아있는 서비스'로 바뀌기 시작한 구간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64208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5087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마켓스코프 섹션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1874520"/>
            <a:ext cx="9326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텔레그램 채널·뉴스·증권사 리포트에서 가장 많이 언급된 종목/이슈를 매일 자동 수집해 보여주는 코너. 10분마다 자동 갱신 폴링 추가.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834640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3464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6791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 클릭 → 관련 기사 팝업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57400" y="3044952"/>
            <a:ext cx="9326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위임 방식으로 수정해, 동적으로 추가된 종목명도 클릭하면 상세 기사가 뜨도록 개선.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05072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0507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UI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384962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이메일·구글 로그인 모달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057400" y="4215384"/>
            <a:ext cx="9326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JS SDK를 CDN으로 불러와 로그인 버튼·모달을 붙임. 코드에 있는 SUPABASE_KEY는 브라우저 노출이 전제된 anon(공개) key — Row Level Security로 보호.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EF3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175504"/>
            <a:ext cx="1051560" cy="51206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7550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502005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국내/해외 경제 헤드라인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057400" y="5385816"/>
            <a:ext cx="9326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RSS를 브라우저에서 직접 못 불러오는 CORS 문제 → api/news.js 서버리스 함수로 대신 가져오도록 우회.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PWA + 푸시 알림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웹사이트를 앱처럼 설치하고, 가입 소식을 실시간으로 받아보게 만들었습니다.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PWA + 푸시 알림 (07.03 ~ 07.04)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웹사이트를 '앱처럼' 설치하고, 새 가입자를 알림으로 확인할 수 있게 만든 구간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663440"/>
          </a:xfrm>
          <a:prstGeom prst="roundRect">
            <a:avLst>
              <a:gd name="adj" fmla="val 1765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PWA란? (Progressive Web App)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웹사이트인데도 휴대폰 홈 화면에 '앱 아이콘'으로 설치할 수 있게 해주는 기술입니다.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— 앱 이름, 아이콘, 색상 등 '앱 정보 카드'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sw.js (서비스 워커) — 오프라인에서도 화면 일부를 보여주는 백그라운드 스크립트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icon-192.png / icon-512.png — 홈 화면에 표시될 앱 아이콘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463040"/>
            <a:ext cx="5532120" cy="4663440"/>
          </a:xfrm>
          <a:prstGeom prst="roundRect">
            <a:avLst>
              <a:gd name="adj" fmla="val 176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알림 자동화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1945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 회원가입 → api/notify-signup.js가 운영자에게 푸시 알림 전송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VAPID 키(웹 푸시 인증 키) 하나를 깜빡 빠뜨렸다가 재배포로 수정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가입자 본인에게는 팝업 환영 메시지, 운영자에게는 푸시로 역할 분리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문구가 잘리는 문제 → 짧은 요약 + '클릭 시 전체 문구 표시'로 개선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AI로 데이터 자동 분석 도입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숫자만 있던 표에 'AI가 쓴 해설'을 붙이기 시작한 전환점입니다.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AI(Gemini)로 데이터 자동 분석 도입 (07.02~)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숫자만 보여주던 표에, 'AI가 쓴 해설'을 붙이기 시작한 전환점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데이터 수집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16459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FinanceDataReader로 당일 상승률·거래대금 상위 10종목의 종가·등락률·OHLCV(시가·고가·저가·종가·거래량) 확보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175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AI에게 질문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30175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Flash에 '최근 20일 캔들 데이터 + 당일 등락률'을 주고 추세·지지저항·매매관점을 4~6문장으로 요청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891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결과 저장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43891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받은 분석문을 stock-analysis-data.json에 chartAnalysis 필드로 저장 → index.html이 그대로 화면에 표시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715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실제로 겪은 제약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60076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무료 사용량은 하루 약 250회로 제한 — 초과 시 429 오류. '차트 분석 준비 중'으로 표시해두고 다음날/추후 재시도하는 방식으로 대응.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겪었던 문제와 해결 사례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에러는 실패가 아니라, 원인 → 확인 → 다음 조치로 이어지는 신호였습니다.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겪었던 문제 3가지 — 에러는 실패가 아니라 신호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 → 원인 → 해결, 순서로 다시 정리했습니다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276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31720" y="157276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주말에 날짜가 이상하게 선택됨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96596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평일 오후 3:30 이전엔 '전날'을 보여주는 로직이, 주말에는 되레 하루 더 과거로 가버림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235915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주말이면 무조건 최신 거래일(latestDate)을 보여주도록 조건 분리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2004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00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314553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버튼을 눌러도 함수가 없다고 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353872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함수가 window.toggleXXX로 선언됐지만, HTML의 onclick 속성이 그 시점엔 아직 연결 전이라 못 찾음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93192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 속성을 지우고, 렌더링 시점에 btn.onclick = function(){...}으로 직접 연결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0857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77316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731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4718304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날짜의 거래대금 순위를 못 구함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511149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한국거래소(KRX) 공식 API·pykrx 모두 로그인 세션이 있어야만 열람 가능 — 인증 없이는 'LOGOUT' 응답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5504688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금융의 종목별 일별시세를 200~400개 후보 종목에 병렬 요청해 우회 수집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거래대금 데이터 고도화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대화 세션에서 진행한 핵심 작업 — 전일순위·대비·전일거래대금 추가.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거래대금 데이터 고도화 (07.11, 이번 세션)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증권사 화면(전일순위·대비·전일거래대금)처럼 정보를 보강한 과정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53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요청받은 3가지 신규 필드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6642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priceChange (대비, 전일 대비 원화 변동)   ·   prevRank (전일순위)   ·   prevTradeAmount (전일거래대금)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2677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종목 구성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224028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FinanceDataReader로 KOSPI·KOSDAQ 시가총액 상위 각 200개(총 400개)를 추려 '거래대금 상위일 가능성이 있는 종목' 풀 확보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시세 조회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2898648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종목의 네이버 금융 일별시세 페이지를 20개씩 동시에 요청 → 종가·전일대비·거래량 확보 (약 400개, 수초~수분)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48640" y="3621024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5844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거래대금 추정 &amp; 정렬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3557016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거래대금 = 거래량 × 종가로 근사 계산 → 우선주·관리종목·스팩 제외 후 내림차순 정렬해 상위 10 확정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2428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전일 데이터 연결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4215384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전 날짜의 순위표를 캐시해두고, 같은 종목의 전일 순위·전일 거래대금을 매칭해 최종 필드 완성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화면 반영: 순위 아래 '(전일 N위)', 종가 아래 '▲/▼ 대비금액', 거래대금 아래 '(전일 거래대금)' — 소자로 함께 표시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37744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중: 완전 자동화 프로젝트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키움증권 API + Supabase + Vercel Cron으로 매일 자동 수집을 목표로 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중: 키움 API + Supabase 완전 자동화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사람이 수동으로 돌리는 수집 스크립트를, 매일 새벽 자동으로 실행되게 만드는 다음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아키텍처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2084832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3852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Cron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3042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(매일 07:00)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62072" y="21488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2084832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93852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키움 API 토큰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8960" y="23042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6632" y="21488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12080" y="1828800"/>
            <a:ext cx="2084832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93852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ka10027 상위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0" y="23042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 조회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51192" y="21488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6640" y="1828800"/>
            <a:ext cx="2084832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193852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98080" y="23042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저장(upsert)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45752" y="21488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01200" y="1828800"/>
            <a:ext cx="2084832" cy="1051560"/>
          </a:xfrm>
          <a:prstGeom prst="roundRect">
            <a:avLst>
              <a:gd name="adj" fmla="val 5217"/>
            </a:avLst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640" y="193852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사이트가 DB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92640" y="23042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읽어서 표시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5394960" cy="2971800"/>
          </a:xfrm>
          <a:prstGeom prst="roundRect">
            <a:avLst>
              <a:gd name="adj" fmla="val 2769"/>
            </a:avLst>
          </a:prstGeom>
          <a:solidFill>
            <a:srgbClr val="EE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범위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8404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순위·시세·캔들차트(OHLCV)·기술지표 → 자동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정보, 뉴스 연결, 상승 이유, AI 차트 해설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지금처럼 사람·AI가 수동 작성 유지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246120"/>
            <a:ext cx="5486400" cy="2971800"/>
          </a:xfrm>
          <a:prstGeom prst="roundRect">
            <a:avLst>
              <a:gd name="adj" fmla="val 2769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429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현재 막힌 지점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3840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키움증권의 '지정단말기(내PC지정) 인증'에 막혀 토큰 발급 실패(8050 오류) 중입니다.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4434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조치: 키움 고객센터(1544-9000)에서 지정단말기 서비스 해제 → Vercel 서버(서울 리전)에서 재시도 → 성공 시 사이트 자동 연결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도구별 총정리 — 각자 무슨 역할을 했나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713232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143000"/>
            <a:ext cx="621792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프로젝트에서의 역할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0" y="11430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비유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56232"/>
            <a:ext cx="192024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68880" y="1856232"/>
            <a:ext cx="621792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작성·수정, 데이터 수집 스크립트 실행, 버그 원인 분석까지 전 과정 동행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0" y="18562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옆에서 같이 코딩하는 개발 파트너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69464"/>
            <a:ext cx="11064240" cy="713232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69464"/>
            <a:ext cx="192024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68880" y="2569464"/>
            <a:ext cx="621792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변경사항을 85개의 '저장 시점'으로 기록 (되돌리기 가능)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0" y="2569464"/>
            <a:ext cx="292608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무한 되돌리기 되는 저장 게임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82696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82696"/>
            <a:ext cx="192024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68880" y="3282696"/>
            <a:ext cx="621792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저장 창고 + Vercel이 감시하는 배포 트리거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0" y="3282696"/>
            <a:ext cx="292608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클라우드에 있는 코드 금고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95928"/>
            <a:ext cx="11064240" cy="713232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959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468880" y="3995928"/>
            <a:ext cx="621792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감지 → 자동 빌드 없이 즉시 배포, api/ 폴더는 서버 기능으로 자동 인식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0" y="3995928"/>
            <a:ext cx="292608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인터넷에 올려주는 관리인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7091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468880" y="4709160"/>
            <a:ext cx="621792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이메일/구글 로그인, (진행 중) 종목 데이터 저장용 표(DB)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0" y="47091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회원증 발급 + 엑셀 표 대행업체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422392"/>
            <a:ext cx="11064240" cy="713232"/>
          </a:xfrm>
          <a:prstGeom prst="rect">
            <a:avLst/>
          </a:prstGeom>
          <a:solidFill>
            <a:srgbClr val="EEF3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422392"/>
            <a:ext cx="192024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468880" y="5422392"/>
            <a:ext cx="621792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 캔들차트를 읽고 추세·매매관점을 문장으로 생성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86800" y="5422392"/>
            <a:ext cx="2926080" cy="713232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차트를 읽어주는 AI 애널리스트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 원칙 — 비밀값은 이렇게 나눠 관리했다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'공개돼도 되는 열쇠'와 '절대 공개되면 안 되는 열쇠'를 구분하는 것이 핵심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E4F2E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코드에 있어도 괜찮은 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anon(공개) key — 브라우저 노출을 전제로 설계됨. 실제 보호는 Row Level Security(누가 뭘 볼 수 있는지 서버 쪽 규칙)가 담당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배포 URL, GitHub 저장소 이름 등 공개 정보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BE7E4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절대 코드/채팅에 넣지 않는 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service role key (DB 전체 권한)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기업정보 API 키, Gemini API 키, 네이버 API 자격증명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키움증권 앱키/시크릿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전부 .env / .env.local 파일에만 저장하고, 이 파일은 .gitignore로 Git에 아예 안 올라가게 처리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것을 한 줄로 정리하면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작은 커밋을 반복하면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큰 서비스가 된다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키움 API 지정단말기 문제 해결 → 완전 자동화 마무리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index.html(1,670줄)이 더 커지면 Next.js 등으로 구조 개편 검토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게시판, 마이페이지 등 Supabase 기반 신규 기능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  ·  Q&amp;A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2026-07-12T01:19:12Z</dcterms:created>
  <dcterms:modified xsi:type="dcterms:W3CDTF">2026-07-12T01:19:12Z</dcterms:modified>
</cp:coreProperties>
</file>